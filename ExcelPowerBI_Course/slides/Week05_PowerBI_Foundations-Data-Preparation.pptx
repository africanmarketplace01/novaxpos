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5: Foundations &amp; Data Preparation. Three 3-hour sessions. Homework: Connect to and clean the multi-file dataset folder; save the .pbix.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sessions and the week's outcome before diving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everyone has Power BI Desktop installed. It is Windows-only and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Excel learners: this is the same engine as Excel's Get &amp; Transform.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lab output feeds Week 6's model — have learners save a clean .pbix.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objectives, assign homework, preview next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2E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C9970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97680"/>
            <a:ext cx="3108960" cy="3108960"/>
          </a:xfrm>
          <a:prstGeom prst="ellipse">
            <a:avLst/>
          </a:prstGeom>
          <a:solidFill>
            <a:srgbClr val="E8B21E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B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POWER BI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5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BF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&amp; Data Preparation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 · Power BI Overview + Getting Data     S14 · Power Query in Power BI     S15 · Shaping Data + Lab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B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Excel &amp; Power BI  ·  Instructor Deck  ·  3-hour sessions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BF7EC"/>
          </a:solidFill>
          <a:ln w="12700">
            <a:solidFill>
              <a:srgbClr val="FBF3D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2011680"/>
            <a:ext cx="502920" cy="502920"/>
          </a:xfrm>
          <a:prstGeom prst="ellipse">
            <a:avLst/>
          </a:prstGeom>
          <a:solidFill>
            <a:srgbClr val="C9970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20299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Overview + Getting Data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Desktop vs Service vs Mobile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the Power BI Desktop interface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when Power BI beats Excel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73736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BF7EC"/>
          </a:solidFill>
          <a:ln w="12700">
            <a:solidFill>
              <a:srgbClr val="FBF3D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2011680"/>
            <a:ext cx="502920" cy="502920"/>
          </a:xfrm>
          <a:prstGeom prst="ellipse">
            <a:avLst/>
          </a:prstGeom>
          <a:solidFill>
            <a:srgbClr val="C99700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40680" y="20299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2651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Query in Power BI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00600" y="365760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Power Query Editor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and reorder transformation steps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correct data types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12480" y="173736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BF7EC"/>
          </a:solidFill>
          <a:ln w="12700">
            <a:solidFill>
              <a:srgbClr val="FBF3D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0" y="2011680"/>
            <a:ext cx="502920" cy="502920"/>
          </a:xfrm>
          <a:prstGeom prst="ellipse">
            <a:avLst/>
          </a:prstGeom>
          <a:solidFill>
            <a:srgbClr val="C99700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26880" y="20299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0" y="2651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Shaping Data + Lab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0" y="365760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and append queries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/ unpivot columns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columns cleanly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 Connect to and clean the multi-file dataset folder; save the .pbix.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C997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S13  ·  Power BI Overview + Getting Data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Desktop vs Service vs Mobile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the Power BI Desktop interface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when Power BI beats Excel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multiple data sources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/ BUILD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tour Power BI Desktop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sales_data + products + calendar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vs Transform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BF7E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3A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TO TEACH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48920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BI ecosystem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/ Data / Model views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Power BI over Excel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Data: Excel, CSV, Web, Folder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Navigator &amp; data preview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a .pbix file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C997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S14  ·  Power Query in Power BI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Power Query Editor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and reorder transformation steps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correct data types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vs duplicate queries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/ BUILD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headers, set types, remove nulls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applied steps to see the effect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BF7E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3A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TO TEACH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48920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Editor tour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transforms: remove, rename, filter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&amp; locale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Steps (edit, reorder, delete)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vs Duplicate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&amp; Apply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C997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S15  ·  Shaping Data + Lab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and append queries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/ unpivot columns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columns cleanly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files from a folder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/ BUILD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sales with products on ProductID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Unpivot a wide monthly table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shape the full dataset for modelling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BF7E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3A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TO TEACH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48920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queries (join kinds)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queries (stack tables)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&amp; Unpivot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column by delimiter/position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files from a folder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errors &amp; blanks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A2E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5 wrap-up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week learners can: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424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FB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Desktop vs Service vs Mobile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FB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the Power BI Desktop interface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FB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when Power BI beats Excel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FB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multiple data sources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FB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Power Query Editor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FB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and reorder transformation steps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FB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correct data types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FB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vs duplicate queries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56692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 Connect to and clean the multi-file dataset folder; save the .pbix.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5 — Foundations &amp; Data Preparation</dc:title>
  <dc:subject>PptxGenJS Presentation</dc:subject>
  <dc:creator>Advanced Excel &amp; Power BI Course</dc:creator>
  <cp:lastModifiedBy>Advanced Excel &amp; Power BI Course</cp:lastModifiedBy>
  <cp:revision>1</cp:revision>
  <dcterms:created xsi:type="dcterms:W3CDTF">2026-08-04T22:08:45Z</dcterms:created>
  <dcterms:modified xsi:type="dcterms:W3CDTF">2026-08-04T22:08:45Z</dcterms:modified>
</cp:coreProperties>
</file>
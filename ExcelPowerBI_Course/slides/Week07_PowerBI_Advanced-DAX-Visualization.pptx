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7: Advanced DAX &amp; Visualization. Three 3-hour sessions. Homework: Add YoY and MoM growth measures; build a 1-page report with 4 visuals.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sessions and the week's outcome before diving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intelligence needs a continuous date table — reuse calendar.csv.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 both clarifies and speeds up measures — model good habits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visual choice back to the dataviz principle: one clear message per visual.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objectives, assign homework, preview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C9970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97680"/>
            <a:ext cx="3108960" cy="3108960"/>
          </a:xfrm>
          <a:prstGeom prst="ellipse">
            <a:avLst/>
          </a:prstGeom>
          <a:solidFill>
            <a:srgbClr val="E8B21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POWER BI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BF3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DAX &amp; Visualization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 · Time Intelligence     S20 · Advanced DAX     S21 · Visuals &amp; Interactivity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Excel &amp; Power BI  ·  Instructor Deck  ·  3-hour sessions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Intelligence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proper date table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YTD totals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prior year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DAX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006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related columns with RELATED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Remove/adjust filters with ALL family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with RANKX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737360"/>
            <a:ext cx="3566160" cy="3840480"/>
          </a:xfrm>
          <a:prstGeom prst="roundRect">
            <a:avLst>
              <a:gd name="adj" fmla="val 2564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0" y="201168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26880" y="2029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6517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Visuals &amp; Interactivity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0" y="365760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effective core visuals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advanced visuals appropriately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drill-through and tooltips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Add YoY and MoM growth measures; build a 1-page report with 4 visuals.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S19  ·  Time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proper date 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YTD totals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prior year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MoM and YoY growth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YTD measure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% using SAMEPERIODLASTYEAR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visual by month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need a dedicated date table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Date Table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TOTALYTD, TOTALQTD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SAMEPERIODLASTYEAR, DATEADD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growth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% growth with DIVIDE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S20  ·  Advanced DAX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related columns with RELATED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Remove/adjust filters with ALL family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with RANKX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 for readable measures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revenue with ALL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salespeople with RANKX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a measure using VAR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&amp; RELATEDTABLE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ALL, ALLEXCEPT, ALLSELECTED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with ALL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RANKX for leaderboards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for safe division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/ RETURN for clarity &amp; speed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3040" y="502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E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S21  ·  Visuals &amp; Interactivity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effective core visuals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advanced visuals appropriately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drill-through and tooltips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interactivity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9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/ BUILD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KPI + trend + matrix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drill-through to product detail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6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a slicer across pages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BF7EC"/>
          </a:solidFill>
          <a:ln w="12700">
            <a:solidFill>
              <a:srgbClr val="FBF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TO TEACH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331720"/>
            <a:ext cx="489204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KPI, matrix, bar, line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gauges, custom visuals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in visuals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pages &amp; report tooltips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&amp; buttons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Slicers, sync slicers, cross-highlighting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A2E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7 wrap-up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week learners can: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 proper date table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YTD totals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prior year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MoM and YoY growth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related columns with RELATED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Remove/adjust filters with ALL family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with RANKX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500" dirty="0">
                <a:solidFill>
                  <a:srgbClr val="FB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VAR for readable measures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 Add YoY and MoM growth measures; build a 1-page report with 4 visuals.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 — Advanced DAX &amp; Visualization</dc:title>
  <dc:subject>PptxGenJS Presentation</dc:subject>
  <dc:creator>Advanced Excel &amp; Power BI Course</dc:creator>
  <cp:lastModifiedBy>Advanced Excel &amp; Power BI Course</cp:lastModifiedBy>
  <cp:revision>1</cp:revision>
  <dcterms:created xsi:type="dcterms:W3CDTF">2026-08-04T22:08:45Z</dcterms:created>
  <dcterms:modified xsi:type="dcterms:W3CDTF">2026-08-04T22:08:45Z</dcterms:modified>
</cp:coreProperties>
</file>
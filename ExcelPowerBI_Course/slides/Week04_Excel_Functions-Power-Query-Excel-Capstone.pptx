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4: Functions, Power Query &amp; Excel Capstone. Three 3-hour sessions. Homework: Prepare for the Power BI half — install Power BI Desktop before Week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SUMIFS often replaces a PivotTable for a single number on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Power Query as the bridge into Power BI — the engine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 is in the student workbook. Keep the last 45 min for the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173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Power Query &amp; Excel Capstone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· Text, Date &amp; Statistical Functions     S11 · Power Query, What-If &amp; Macros     S12 · Excel Capstone + Mid-Course Assessment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Text, Date &amp; Statistical Functions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text with function combos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 dates and workdays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with conditional functions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Query, What-If &amp; Macros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transform data with Power 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append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scenarios with What-If 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Capstone + Mid-Course Assessment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full Excel workflow end-to-end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analyse → visualise independently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finished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Prepare for the Power BI half — install Power BI Desktop before Week 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S10  ·  Text, Date &amp; Statistical Functions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text with function combos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 dates and workdays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with conditional functions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sub-total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 names &amp; IDs with TEXTJOIN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in years with DATEDIF on hr_data.csv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with SUMIFS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RIGHT, MID, LEN, TEXTJOIN, CONCAT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DATEDIF, EOMONTH, NETWORKDAYS, TODAY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SUMIFS, COUNTIFS, AVERAGEIFS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vs SUM with filters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(ignore errors/hidden)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RANK.EQ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S11  ·  Power Query, What-If &amp; Macros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transform data with Power Query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append queries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scenarios with What-If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basic macro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raw_orders_messy.csv in Power Query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sales with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Seek a target profit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&amp; Transform: import, unpivot, split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(join) &amp; Append (stack) queries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&amp; refresh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Seek &amp; Scenario Manager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(one/two variable)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and running a simple macro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S12  ·  Excel Capstone + Mid-Course Assessment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full Excel workflow end-to-end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analyse → visualise independently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finished dashboard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the graded mid-course assessment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kickoff, then independent build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clean the messy orders, enrich with margins via XLOOKUP, build a dashboard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PivotTable, Slicer, combo chart, 3 KPI cells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rubric walkthrough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Mid-course assessment (25%)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text with function combos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 dates and workdays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with conditional functions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sub-total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transform data with Power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append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scenarios with What-If tools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basic macro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Prepare for the Power BI half — install Power BI Desktop before Week 5.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Functions, Power Query &amp; Excel Capstone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
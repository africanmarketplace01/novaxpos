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2: Lookup &amp; Reference Mastery. Three 3-hour sessions. Homework: Create an employee record lookup sheet with a searchable ID box (from hr_data.csv).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INDEX+MATCH is column-insert-proof and can look left. This sets up XLOOKUP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XLOOKUP needs Microsoft 365. If learners are on 2019, keep INDEX+MATCH as the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Quiz 2 at the end. Circulate during the lab; collect the employee-finder homework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173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&amp; Reference Mastery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VLOOKUP, HLOOKUP &amp; INDEX+MATCH     S5 · XLOOKUP, Dynamic Arrays &amp; References     S6 · Lookup Lab  +  Quiz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VLOOKUP, HLOOKUP &amp; INDEX+MATCH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values with VLOOKUP/HLOOKUP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exact vs approximate match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common lookup errors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XLOOKUP, Dynamic Arrays &amp; References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XLOOKUP and XMATCH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spilled dynamic arrays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INDIRECT, OFFSET and CHOOSE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Lab  +  Quiz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lookups into a working tool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gracefully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Create an employee record lookup sheet with a searchable ID box (from hr_data.csv).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 ·  VLOOKUP, HLOOKUP &amp; INDEX+MATCH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values with VLOOKUP/HLOOKUP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exact vs approximate match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common lookup errors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two-way lookups with INDEX+MATCH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product price from products.csv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lookup with INDEX+MATCH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VLOOKUP by inserting a column to show fragility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anatomy &amp; the 4th argument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VLOOKUP breaks when columns move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HLOOKUP for horizontal 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INDEX(array, row, col)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MATCH(value, array, 0)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INDEX+MATCH for left-lookups &amp; 2-way lookups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  ·  XLOOKUP, Dynamic Arrays &amp;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XLOOKUP and XMATCH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spilled dynamic arrays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INDIRECT, OFFSET and CHOOSE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dependent drop-down lists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earlier VLOOKUP with XLOOKUP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multiple columns in one XLOOKUP spill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Region → Salesperson dependent lists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XLOOKUP: default exact match, if_not_found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XMATCH improvements over MATCH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arrays: FILTER, SORT, UNIQUE, SEQUENCE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spill range and the # operator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INDIRECT, OFFSET, CHOOSE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Data Validation drop-downs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 ·  Lookup Lab  +  Quiz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lookups into a working 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gracefully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Week 2 knowledge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 of the price-lookup 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build of the employee finder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price-lookup mini-tool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 finder by ID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IFERROR + XLOOKUP for clean output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to constrain inputs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troubleshooting patterns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values with VLOOKUP/HLOOKUP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exact vs approximate 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common lookup errors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two-way lookups with INDEX+MATCH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XLOOKUP and XMATCH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spilled dynamic arrays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INDIRECT, OFFSET and CHOOSE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dependent drop-down lists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Create an employee record lookup sheet with a searchable ID box (from hr_data.csv).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Lookup &amp; Reference Mastery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
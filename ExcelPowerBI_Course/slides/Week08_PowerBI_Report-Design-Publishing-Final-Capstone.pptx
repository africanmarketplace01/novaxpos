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8: Report Design, Publishing &amp; Final Capstone. Three 3-hour sessions. Homework: Finish and publish the capstone report; prepare a 5-minute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sessions and the week's outcome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the dataviz colour and layout rules from the course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this session is supervised capstone building. Circulate and unblock.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completion. Share a resource list for continued learning (DAX Guide, community).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objectives, assign homework, preview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C997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E8B21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POWER BI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8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Design, Publishing &amp; Final Capstone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· Report Design + Power BI Service     S23 · Sharing, Refresh, RLS + Capstone Build     S24 · Final Capstone Presentations + Exam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&amp; Power BI  ·  Instructor Deck  ·  3-hour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Design + Power BI Service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layout &amp; storytelling principles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 report consistently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navigation and mobile layout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Sharing, Refresh, RLS + Capstone 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reports safely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data refresh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gateways and RLS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Capstone Presentations + Exam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 end-to-end report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model and key measures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confidently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Finish and publish the capstone report; prepare a 5-minute presentation.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S22  ·  Report Design + Power BI Service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layout &amp; storytelling principles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 report consistently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navigation and mobile layout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the Power BI Service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custom theme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and pin tiles to a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alignment &amp; white space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(JSON) &amp; consistent colour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buttons &amp; page structure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layout view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the Service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vs reports; pinning tiles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S23  ·  Sharing, Refresh, RLS + Capstone Build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reports safely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data refresh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gateways and RLS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final capstone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simple RLS role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scheduled refresh (walkthrough)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workspace permissions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&amp; the data gateway (concept)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(roles &amp; rules)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responsibly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build time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S24  ·  Final Capstone Presentations + Exam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 end-to-end report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model and key measures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confidently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final assessment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presentations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report presentations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&amp; instructor feedback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 / certification (35%)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further learning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2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8 wrap-up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 learners can: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layout &amp; storytelling principles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 report consistently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navigation and mobile layout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the Power BI Service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reports safely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data refresh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gateways and RLS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final capstone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Finish and publish the capstone report; prepare a 5-minute presentation.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— Report Design, Publishing &amp; Final Capstone</dc:title>
  <dc:subject>PptxGenJS Presentation</dc:subject>
  <dc:creator>Advanced Excel &amp; Power BI Course</dc:creator>
  <cp:lastModifiedBy>Advanced Excel &amp; Power BI Course</cp:lastModifiedBy>
  <cp:revision>1</cp:revision>
  <dcterms:created xsi:type="dcterms:W3CDTF">2026-08-04T22:08:45Z</dcterms:created>
  <dcterms:modified xsi:type="dcterms:W3CDTF">2026-08-04T22:08:45Z</dcterms:modified>
</cp:coreProperties>
</file>
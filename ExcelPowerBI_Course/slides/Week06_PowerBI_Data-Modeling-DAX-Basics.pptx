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6: Data Modeling &amp; DAX Basics. Three 3-hour sessions. Homework: Build a star schema and author 5 core measures on the sales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sessions and the week's outcome before diving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star on the board. A good model makes DAX simple; a bad model makes it painful.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measures over calculated columns as the default. Context is the hardest idea — go slow.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DAX quiz at the end of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objectives, assign homework, preview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C997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3108960" cy="3108960"/>
          </a:xfrm>
          <a:prstGeom prst="ellipse">
            <a:avLst/>
          </a:prstGeom>
          <a:solidFill>
            <a:srgbClr val="E8B21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POWER BI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B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&amp; DAX Basics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 · Data Modeling &amp; the Star Schema     S17 · DAX Basics     S18 · DAX Practice Lab  +  Quiz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Excel &amp; Power BI  ·  Instructor Deck  ·  3-hour sessions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&amp; the Star Schema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fact and dimension tables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star schema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relationships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Basics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calculated columns and measures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core aggregation measures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CALCULATE and FILTER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Practice Lab  +  Quiz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model independently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5 reusable measures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measures in a matrix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Build a star schema and author 5 core measures on the sales model.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S16  ·  Data Modeling &amp; the Star Schema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fact and dimension tables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star schema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relationships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cardinality &amp; filter direction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sales → products and sales → calendar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Model view diagram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vs dimension tables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vs flat table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relationships (drag or dialog)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 1-to-many, many-to-many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 direction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 inactive relationships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S17  ·  DAX Basics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calculated columns and measures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core aggregation measures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CALCULATE and FILTER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row vs filter 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&amp; Total Margin measures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 one category via CALCULATE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SWITCH-based label measure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vs measures (and when)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AVERAGE, COUNT, DISTINCTCOUNT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— the most important function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inside CALCULATE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and SWITCH in DAX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context vs filter context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S18  ·  DAX Practice Lab  +  Quiz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model independently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5 reusable measures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measures in a matrix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DAX fundamentals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build of the 5 measures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extension: Orders count &amp; Units sold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Total Revenue, Total Cost, Margin, Margin %, Avg Order Value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measures in a matrix visual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measures (currency, %)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common DAX errors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2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 wrap-up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 learners can: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fact and dimension tables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star schema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relationships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cardinality &amp; filter direction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calculated columns and measures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core aggregation measures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CALCULATE and FILTER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row vs filter context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Build a star schema and author 5 core measures on the sales model.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— Data Modeling &amp; DAX Basics</dc:title>
  <dc:subject>PptxGenJS Presentation</dc:subject>
  <dc:creator>Advanced Excel &amp; Power BI Course</dc:creator>
  <cp:lastModifiedBy>Advanced Excel &amp; Power BI Course</cp:lastModifiedBy>
  <cp:revision>1</cp:revision>
  <dcterms:created xsi:type="dcterms:W3CDTF">2026-08-04T22:08:45Z</dcterms:created>
  <dcterms:modified xsi:type="dcterms:W3CDTF">2026-08-04T22:08:45Z</dcterms:modified>
</cp:coreProperties>
</file>